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22F8-46F0-A2D5-CDBC-BD203F7A5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5F2F3-D68B-7120-787A-3D97ED80C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394B0-858B-FBC5-C42C-2B6FC2F6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7706-EB23-74BE-E050-6B34CD53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58BD3-4756-DD5A-322A-51AD2B41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86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F26EA-9813-E8C2-AC19-EBF1EC82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BEF01-84AB-8A89-8648-08F66D0FD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9BA2D-8A2D-F1C7-7353-36DB8D27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B5F5F-19D6-F10F-0A43-A6E3CAC5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1110-1197-A787-8226-56A2F805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44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C4A3-2BC1-DE96-8B2A-D527F1B6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2E2D3-1BFC-6836-AE0C-B570E49B0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CF43A-B06A-FA7E-B99B-BFB16E9F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0C7DE-A706-EDC6-ACF8-4E4A52E1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4C4EF-2CB4-86A2-F2DF-EBF2A4A7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9010-7F5B-F2A6-EBF7-0EBCBC6A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8E807-9F29-686D-2437-EF5E68D8A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4E83B-DCC9-49F4-8BEA-238C8581F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24733-1972-B9F4-9E54-011DF176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FFEE5-8B83-7F47-D517-02DBE21A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31418-36E2-C802-4648-44123B8A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8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5F9-5572-7750-110E-99E0E25E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266EE-1249-B696-3320-167CE81A3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417F8-A60C-5F1A-051A-907865B3D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E4A25-71BE-5238-F31F-46F4E03E2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900E0-C8F3-04EE-272C-999A17529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8EFC0-380E-5EC1-0F3E-81D929B9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8388B-E8CB-F34F-0A45-CED1F352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F85DB-5308-167E-4571-F83FA513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12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6BA0-5DF6-BFC4-0407-78FDE39D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809E4-DD8A-E29A-519F-0DF4F8E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E0CCC-A4D9-C656-D1F9-844DD30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1C960-2380-61EA-2794-9D98D949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43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32237-4518-2969-9FED-E67DE2BC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08E59-65A6-4386-1094-24DAEA8C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4ECF6-B978-8418-FA63-4A079584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90E3-7C66-A2AF-C42E-F52B2CDF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6C92-DF5B-6409-51F1-1F3323447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D0D65-8DB9-2386-E791-7DFCD9FAF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E4D38-01E1-8CD4-7712-116EA0C7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79656-C301-2996-AC4E-4002A7A7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F05B9-1EFF-1332-2AFA-F079CC20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3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83C3-F703-17C3-8A3C-5C9035B2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51EB3-2AC8-77E2-5725-2956170C3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6B8D9-98D4-25D8-12B8-9E0FE4692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F3DE-8065-D79B-2866-A3C8E1A9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F522C-D1A7-C80D-92D5-64304556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6E5C9-CEAE-47FC-6C62-F550CDFC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60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172B-590A-8E8A-7DC9-CA666BCC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4D502-4749-3EBE-2C4D-8A71C2388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B06FC-0725-23F2-838F-15D92879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8526A-4D80-C494-2DB1-BDF87628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889B1-E71E-263A-992A-E23AA60E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214D3-E72B-762D-AB09-A4C7339F5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6376E-0F50-E9BD-5F05-5D18C2D57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ADAD3-9A7A-4A33-BE0E-20EEE4C9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73CE9-A5B6-5F9B-088D-5EBF602C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AFE44-D15F-F569-7E4B-30BBFDE0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66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01F08-0E18-C77F-B1BB-36CF3427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F889B-1B81-4142-320A-3F04E0B7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C31C-3FAB-A316-692D-819D5F7C3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9B49B-5B20-47B4-9E4B-68258BA3176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BA222-DD80-344C-B80F-D9E5BFBC1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4A4A3-F720-DA02-CC67-C4C3391DD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5688A-67DF-4530-9DD4-6CF217062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4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91970-6345-5EBB-CAFD-7AE3622C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75" y="1177095"/>
            <a:ext cx="10493649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3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DBCE-9320-474B-EECC-9D0BD64F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1F6735-D6CA-CE62-FB32-CCC6826A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85" y="1325697"/>
            <a:ext cx="6797629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14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D24D-DCCC-A651-5E08-4F4D08EA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E2D10B-AB8B-D112-BDBE-69482B273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05" y="1885816"/>
            <a:ext cx="7963590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14BA-BB17-30D5-4C8A-E8359BF4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87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F04DC-D608-14B6-A304-19E23638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918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CDD1-04C7-4F12-4684-E2BCE946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35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javiya</dc:creator>
  <cp:lastModifiedBy>ankit javiya</cp:lastModifiedBy>
  <cp:revision>4</cp:revision>
  <dcterms:created xsi:type="dcterms:W3CDTF">2026-09-18T03:41:16Z</dcterms:created>
  <dcterms:modified xsi:type="dcterms:W3CDTF">2026-09-18T04:33:15Z</dcterms:modified>
</cp:coreProperties>
</file>