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341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122F8-46F0-A2D5-CDBC-BD203F7A52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05F2F3-D68B-7120-787A-3D97ED80CA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C394B0-858B-FBC5-C42C-2B6FC2F6E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49B49B-5B20-47B4-9E4B-68258BA31764}" type="datetimeFigureOut">
              <a:rPr lang="en-IN" smtClean="0"/>
              <a:t>18-09-2026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847706-EB23-74BE-E050-6B34CD5310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E58BD3-4756-DD5A-322A-51AD2B412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B5688A-67DF-4530-9DD4-6CF217062F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908650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F26EA-9813-E8C2-AC19-EBF1EC82BD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7BEF01-84AB-8A89-8648-08F66D0FD9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69BA2D-8A2D-F1C7-7353-36DB8D276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49B49B-5B20-47B4-9E4B-68258BA31764}" type="datetimeFigureOut">
              <a:rPr lang="en-IN" smtClean="0"/>
              <a:t>18-09-2026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EB5F5F-19D6-F10F-0A43-A6E3CAC5C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0B1110-1197-A787-8226-56A2F805C1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B5688A-67DF-4530-9DD4-6CF217062F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204460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D0C4A3-2BC1-DE96-8B2A-D527F1B61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F2E2D3-1BFC-6836-AE0C-B570E49B01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ACF43A-B06A-FA7E-B99B-BFB16E9F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49B49B-5B20-47B4-9E4B-68258BA31764}" type="datetimeFigureOut">
              <a:rPr lang="en-IN" smtClean="0"/>
              <a:t>18-09-2026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10C7DE-A706-EDC6-ACF8-4E4A52E10C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44C4EF-2CB4-86A2-F2DF-EBF2A4A74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B5688A-67DF-4530-9DD4-6CF217062F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1782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19010-7F5B-F2A6-EBF7-0EBCBC6AE6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88E807-9F29-686D-2437-EF5E68D8A0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A4E83B-DCC9-49F4-8BEA-238C8581F0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924733-1972-B9F4-9E54-011DF17634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49B49B-5B20-47B4-9E4B-68258BA31764}" type="datetimeFigureOut">
              <a:rPr lang="en-IN" smtClean="0"/>
              <a:t>18-09-2026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2FFEE5-8B83-7F47-D517-02DBE21AC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D31418-36E2-C802-4648-44123B8A6C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B5688A-67DF-4530-9DD4-6CF217062F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119882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5FA5F9-5572-7750-110E-99E0E25E84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A266EE-1249-B696-3320-167CE81A38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F417F8-A60C-5F1A-051A-907865B3D4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30E4A25-71BE-5238-F31F-46F4E03E20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D900E0-C8F3-04EE-272C-999A175292F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308EFC0-380E-5EC1-0F3E-81D929B9D0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49B49B-5B20-47B4-9E4B-68258BA31764}" type="datetimeFigureOut">
              <a:rPr lang="en-IN" smtClean="0"/>
              <a:t>18-09-2026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B08388B-E8CB-F34F-0A45-CED1F352E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CCF85DB-5308-167E-4571-F83FA5130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B5688A-67DF-4530-9DD4-6CF217062F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21256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6BA0-5DF6-BFC4-0407-78FDE39D32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2809E4-DD8A-E29A-519F-0DF4F8EFB3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49B49B-5B20-47B4-9E4B-68258BA31764}" type="datetimeFigureOut">
              <a:rPr lang="en-IN" smtClean="0"/>
              <a:t>18-09-2026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9E0CCC-A4D9-C656-D1F9-844DD308A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A1C960-2380-61EA-2794-9D98D94997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B5688A-67DF-4530-9DD4-6CF217062F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554310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F832237-4518-2969-9FED-E67DE2BC20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49B49B-5B20-47B4-9E4B-68258BA31764}" type="datetimeFigureOut">
              <a:rPr lang="en-IN" smtClean="0"/>
              <a:t>18-09-2026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E408E59-65A6-4386-1094-24DAEA8C8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B4ECF6-B978-8418-FA63-4A079584F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B5688A-67DF-4530-9DD4-6CF217062F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179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3990E3-7C66-A2AF-C42E-F52B2CDF97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2D6C92-DF5B-6409-51F1-1F3323447E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3D0D65-8DB9-2386-E791-7DFCD9FAF8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5E4D38-01E1-8CD4-7712-116EA0C75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49B49B-5B20-47B4-9E4B-68258BA31764}" type="datetimeFigureOut">
              <a:rPr lang="en-IN" smtClean="0"/>
              <a:t>18-09-2026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979656-C301-2996-AC4E-4002A7A75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2F05B9-1EFF-1332-2AFA-F079CC20A0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B5688A-67DF-4530-9DD4-6CF217062F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15301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5583C3-F703-17C3-8A3C-5C9035B2A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B451EB3-2AC8-77E2-5725-2956170C344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F6B8D9-98D4-25D8-12B8-9E0FE46926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61F3DE-8065-D79B-2866-A3C8E1A9B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49B49B-5B20-47B4-9E4B-68258BA31764}" type="datetimeFigureOut">
              <a:rPr lang="en-IN" smtClean="0"/>
              <a:t>18-09-2026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AF522C-D1A7-C80D-92D5-64304556EF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26E5C9-CEAE-47FC-6C62-F550CDFC2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B5688A-67DF-4530-9DD4-6CF217062F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996076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8172B-590A-8E8A-7DC9-CA666BCCF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E14D502-4749-3EBE-2C4D-8A71C23885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0B06FC-0725-23F2-838F-15D928791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49B49B-5B20-47B4-9E4B-68258BA31764}" type="datetimeFigureOut">
              <a:rPr lang="en-IN" smtClean="0"/>
              <a:t>18-09-2026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98526A-4D80-C494-2DB1-BDF87628E1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5889B1-E71E-263A-992A-E23AA60E9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B5688A-67DF-4530-9DD4-6CF217062F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516433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B1214D3-E72B-762D-AB09-A4C7339F5E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C6376E-0F50-E9BD-5F05-5D18C2D57F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9ADAD3-9A7A-4A33-BE0E-20EEE4C9F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49B49B-5B20-47B4-9E4B-68258BA31764}" type="datetimeFigureOut">
              <a:rPr lang="en-IN" smtClean="0"/>
              <a:t>18-09-2026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173CE9-A5B6-5F9B-088D-5EBF602C8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3AFE44-D15F-F569-7E4B-30BBFDE00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B5688A-67DF-4530-9DD4-6CF217062F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76694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301F08-0E18-C77F-B1BB-36CF3427CE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F889B-1B81-4142-320A-3F04E0B76B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6C31C-3FAB-A316-692D-819D5F7C32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49B49B-5B20-47B4-9E4B-68258BA31764}" type="datetimeFigureOut">
              <a:rPr lang="en-IN" smtClean="0"/>
              <a:t>18-09-2026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7BA222-DD80-344C-B80F-D9E5BFBC1A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34A4A3-F720-DA02-CC67-C4C3391DD2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B5688A-67DF-4530-9DD4-6CF217062F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047492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8291970-6345-5EBB-CAFD-7AE3622CEB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175" y="1177095"/>
            <a:ext cx="10493649" cy="4503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62317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BDBCE-9320-474B-EECC-9D0BD64F1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460149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F5D24D-DCCC-A651-5E08-4F4D08EAE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2409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214BA-BB17-30D5-4C8A-E8359BF47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268790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F04DC-D608-14B6-A304-19E23638C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99184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3CDD1-04C7-4F12-4684-E2BCE9465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423505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ankit javiya</dc:creator>
  <cp:lastModifiedBy>ankit javiya</cp:lastModifiedBy>
  <cp:revision>2</cp:revision>
  <dcterms:created xsi:type="dcterms:W3CDTF">2026-09-18T03:41:16Z</dcterms:created>
  <dcterms:modified xsi:type="dcterms:W3CDTF">2026-09-18T03:41:31Z</dcterms:modified>
</cp:coreProperties>
</file>